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0F56-5595-17C6-D368-632DF781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C4C04EA1-308D-EA44-AC26-37C2495C4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7193F211-9D2B-3F21-990B-DD4189860E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Suplemento 2">
                <a:extLst>
                  <a:ext uri="{FF2B5EF4-FFF2-40B4-BE49-F238E27FC236}">
                    <a16:creationId xmlns:a16="http://schemas.microsoft.com/office/drawing/2014/main" id="{45835307-C579-7CB2-86E5-46A1C74C46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1988564"/>
                  </p:ext>
                </p:extLst>
              </p:nvPr>
            </p:nvGraphicFramePr>
            <p:xfrm>
              <a:off x="1524000" y="117899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Suplemento 2">
                <a:extLst>
                  <a:ext uri="{FF2B5EF4-FFF2-40B4-BE49-F238E27FC236}">
                    <a16:creationId xmlns:a16="http://schemas.microsoft.com/office/drawing/2014/main" id="{45835307-C579-7CB2-86E5-46A1C74C46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117899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300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4268-1D12-B853-D032-3F08CFFB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AB192708-3EE3-BAD1-108B-E405C9990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C6D9FFA0-1067-A702-3022-29F0B9EB50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1C4980E2-4821-EB45-C352-550DD5249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0573058"/>
                  </p:ext>
                </p:extLst>
              </p:nvPr>
            </p:nvGraphicFramePr>
            <p:xfrm>
              <a:off x="1517780" y="1197661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1C4980E2-4821-EB45-C352-550DD5249A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7780" y="1197661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43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3189-FC3E-A3AA-EB6A-A3BBF9E9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C5F646C5-9D20-66FE-D083-3DBBFFA79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F3908D29-1E36-D571-CA9D-32EECAD2B2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Suplemento 2">
                <a:extLst>
                  <a:ext uri="{FF2B5EF4-FFF2-40B4-BE49-F238E27FC236}">
                    <a16:creationId xmlns:a16="http://schemas.microsoft.com/office/drawing/2014/main" id="{A8F7FDC4-E1B0-37B2-C136-ABC1CBAA7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5603210"/>
                  </p:ext>
                </p:extLst>
              </p:nvPr>
            </p:nvGraphicFramePr>
            <p:xfrm>
              <a:off x="1524000" y="1290967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Suplemento 2">
                <a:extLst>
                  <a:ext uri="{FF2B5EF4-FFF2-40B4-BE49-F238E27FC236}">
                    <a16:creationId xmlns:a16="http://schemas.microsoft.com/office/drawing/2014/main" id="{A8F7FDC4-E1B0-37B2-C136-ABC1CBAA7F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1290967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8179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f25b1cf-3a66-4f00-a680-4c9438399c0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500e1cd-e587-41a4-9e2c-f849ba00ab7d/f39ef750cbc212b4805e?bookmarkGuid=a07e11d5-8c31-4a6f-98c8-f49a27103fe6&amp;bookmarkUsage=1&amp;ctid=9316d1d2-47f8-4c56-924f-2ccb9bde9ac9&amp;fromEntryPoint=export&quot;"/>
    <we:property name="reportState" value="&quot;CONNECTED&quot;"/>
    <we:property name="artifactViewState" value="&quot;live&quot;"/>
    <we:property name="reportEmbeddedTime" value="&quot;2026-04-26T17:09:02.865Z&quot;"/>
    <we:property name="creatorSessionId" value="&quot;5dc93107-e6af-4e78-8166-8682bdecb8f4&quot;"/>
    <we:property name="creatorUserId" value="&quot;10032002A6B79879&quot;"/>
    <we:property name="creatorTenantId" value="&quot;9316d1d2-47f8-4c56-924f-2ccb9bde9ac9&quot;"/>
    <we:property name="pageDisplayName" value="&quot;Resumo de Vendas&quot;"/>
    <we:property name="pageName" value="&quot;f39ef750cbc212b4805e&quot;"/>
    <we:property name="reportName" value="&quot;Projeto_Relatorio Gerencial de Vendas&quot;"/>
    <we:property name="isVisualContainerHeaderHidden" value="false"/>
    <we:property name="isFiltersActionButtonVisible" value="false"/>
    <we:property name="initialStateBookmark" value="&quot;H4sIAAAAAAAAA+1azXLcxhF+FRUuvrBSPf8zvpFrWk7ZslRmokuKleqZaZBwLYENFiuLVvGF8hp5sTSApWyRuwQNMio61IULYMCe6e6ve77uwYciV+vVEi9/xAsqvi7+WucqYW7aF8IVB0U9Pj16/fr7V4c/ff/PHw9fHfPjZtVVTb0uvv5QdNieUfe2Wm9w2cvgh/84PShwuXyDZ/1dics1HRQratdNjcvqVxpf5qGu3dDVQUHvV8umxV7kSYcd9WLf8et8z3OLvyieEVNXvaMTSt34tFSBSmcgxSSFjNqDIX5tPb4wrGznK73oYfpFU3dY1TxN/8xIyD6ahFbxHxdIitA/X1f12XK74N/+92+Xq94q63Nc9ZM28WeetpdzdcXqxGBK0FEAaSAI0rHsubKkiD6AdSAhYgL0oOKkrI7ed7F5f1saWKON0EErJUEYEySaSWnVBftxh6yyhFJLrUwmEgFFBDl/Zc7pkANKLSh6b6NV0s21GQRAA548JW9UgJQ8TMrCATdHm65jeN0SGTyIWAoISolsEmSV01zDMc5ktiik0+B1jg6UnW84m3MpeTUCAClhsuEebtgHXOk1hgSMNk8CTBb3WNndhnOSlCDKrCmhTIaBp+YaLgFAEJl/pIreEFg7HaN7DZe1y6UrjQXyFhUaiTTXcAasdCXHpsXgTFJa5YciDnsPsKoxCgVAFBXhQ32hlPPSOsm/iRw476Y13g+8kILloPUKjBUZM4KfnUukMy6ozAjWkHPMFh7gWdCcfC057QClBJukE7M965JnlBBaogBaSNTTeeluNyjwypeCQ0FEUpS1TdOG26ssh1YpBTnnjTfBa1AwjZN9idPmhCYQyESZJOfOB2OOg6JkfTWq5BEZ0UZMY25f/GcVStTgkjWIbDpxjyS8R1WLUQImYTjnIYEAj3qurGwYbEYKC463avIGxWwXRM6/mDkWvJS8jQFkO52C98hSHqOyWbE3wekMFnB2HAhSiRNkhiRzZHdKDLPtFVLJCY03BRmcsFr7jMOeUFbLbkvH4uXx+1XLTJL55SjrML/DmmFZDHSxpfXIDj8Uh2dnLZ1ht709/mRw0Sw3FzuenzSbNtFPVA5DdVd1lz2nrGqeo+qpab/ON23DpHUYedk26/WLE1zSOPTtpt4SUdHfnje/LFpi5so8D65O+cndITPqssA2H4NyFhbm8Mh67Yw/MvbwUIZvw7FdSOOOPrUe37SZ2qPLwTLfVO01HZYHNxT8LFb5e111bJVmmW8YBdjPpwMEHfQh5iwyn+YcgAH9E3f14vXLk9vqPFsf7zbH6F3gQOYQZvYJiTdHDunknrh3v6nWqdnU3c0wfs4uvsMmo5+pL6aUt56rPQ3Jsrvpifv5rtT0bB09na/LMgsrc86SiTMFEkY89Xy9c1d+zl7eZ5DRw5arLEzW++i8jsRlpp4uVfcRX1cmYV1E2VeTNqIL042uvZWM4Trcaue5oIz9pQU53eraszIW4mQCzYTcowSuA2E29dUuaRFIQUieSwbgEmt2Oy+RlVbnaCJJAiWl07ObDs6B0ZQzRA/BcHam+ZTcJ5MUcgw7rjeCR8vwn1umaWuUVcJRsDJqFxll036c6FyUXMa4TEFwyeZU4iJ3egNacOSfNW2VeLqbmenRts6+Wz0j16yXVaL2E0WLC2rPBq0ydjgoshonqmgcb/IwTIOeH4ofKtZ9lP0Wl5te7FdH1P1CVH/Fa7oO+D25SdzMTY9skqvT6549j/38u678sNb1sJxHnvJ0bIhQEklyLc7x4HSwUecHtFdKxDJ5DMx/jFeMQcz2Qcj7rmKnten88gd6R8vbun8cvz10rfFbbKvxsGSw00z7bc97PgordgP7d+vZXv9rU+GLTC96mI6itqoUr/7z7/WOaDj4v2MK/O7iHNvuJg/YCfgtGsYIfAbu34ahKsFpAyC1Hs4mcppmkp8jZfNl3qTuOeA0LTdrNjblI2x34vVPwlvvE1iPD48Rx5qhG0sJOTJBUsDkDeBJ4HjRl+ys/DPAMf66aekVrv54un18Y/eL3X4x8RspK86rnKkuRo5fRuFAZyOVZbYgDeiHnqKWoT8WzyQ0F+cpJSfCQ88XSyEt11oBuRAEzzVuyvILrj8vrruW6OKesH7ZNpvV/wzTwxFPKnOUziWfGL7I7PkeJ4l3g8ybJHxKGYVHhGg13OOrjonTU4ygrLVap8i0AiLBwwj5Y5nzhM4uqH4WvCI39ab7Qij+KC7GMAukorAhZokegrVOY/gC4C/E+M+E47spEA/f+MRy2LxGaHuHgtmLI0cRvAzOD99wpPNqmVsaViYSDyXBvET4jIaECUOKr9bfjXOM341ejVPt6qA1m269wkRvsKYdnTSGLtaZ8vZ6Xzdt+HC1uNanisup9lu/rI+dt6ur/wJTBlHyWysAAA==&quot;"/>
    <we:property name="bookmark" value="&quot;H4sIAAAAAAAAA+1azXLcxhF+FRUuvrBSPf8zvpFrWU6VnajCRJcUDz0zjSVcS2CDxcqiVXyhvEZeLA1gJVvkLkFjaRVt6sIFMGBP/3zd8/UM3he52qxXeP03vKLi6+Kvda4S5qZ9IVxxUtTjU+lMRGEdapdBmBS1UjzarLuqqTfF1++LDtsldW+qzRZXvSh++O+LkwJXq9e47O9KXG3opFhTu2lqXFU/0/gyD3Xtlm5OCnq3XjUt9iLPO+yoF/uWX+d7VkH8pZ8RU1e9pXNK3fi0VIFKZyDFJIWM2oMhfm0zvjBotveVXvQw/aKpO6xqnqZ/ZiRkH01Cq/iPCyRF6J9vqnq52in8y//+83rdO2dziet+0ib+yNP2cm5u2JwYTAk6CiANBEE6lj1XlhTRB7AOJERMgB5UnJTV0bsuNu/uSgNrtBE6cBAlR9MEiWZSWnXFcdwjqyyh1FIrk4lEQBFBztfMOR1yQKkFRe9ttEq6uT6DAGjAk6fkjQqQkodJWTjg5mzbdQyvOyKDBxFLAUEpkU2CrHKa6zjGmcwWhXQavM7RgbLzHWdzLiVrIwCQEiYbHhCGQ8CVXmNIwGjzJMBk8QDN7neck6QEUWZLCWUyDDw113EJAILI/CNV9IbA2ukcPei4zBWtdKWxQN6iQiOR5jrOgJWu5Ny0GJxJSqt8LOKwjwCbGqNQAERRER4bC6Wcl9ZJ/k3kwHk3bfFh4IUULCetV2CsyJgR/OxawsuMCyozgjXkHLOFIyILmouvJacdoJRgk3RidmRd8owSQksUQAvJC+GRYVDglS8Fp4KIpChrm6Ydd9BYTq1SCnLOG2+C16BgGieHCqfNCU0gkIkySa6dR2OOk6JkezWq5BEZ0UZMY+5Q/mcVStTgkjWI7DrxgCJ8wFSLUQImYbjmIYEAj3qurGwYbEYKC46XavIGxewQRK6/mDkXvJS8jAFkO12CD8hSHqOyWXE0wekMFnB2HghSiQtkhiRz5HBKDLP9FVLJBY0XBRmcsFr7jMOaUFarbkfH4vXLd+uWmSTzy1HWaX6LNcOyGOhiS5uRHb4vTpfLlpbY7W5ffjK4aFbbqz3Pz5ttm+gfVA5DdVd11z2nrGqeo+qpaa/n67Zh0jqMvGqbzebFOa5oHPp2W++IqOhvL5ufFi0xc2WeBzcX/OT+lBltWWCbX4JyFhbm9Mx67Yw/M/b0VIZvw0u7kMadfeo9vmkztWfXg2e+qdoPdFie3DLws3jlX3XVsVeaVb7lFOA4XwwQdNCnmLPIfJprAAb0TzzUi7+/Or9rzrON8X53jNEFTmROYWafkHhx5JRO7olH95tqk5pt3d1O4+cc4nt8MsaZ+mZKeeu529OQLIebnnic7ytNzzbQ0/W6LLOwMucsmThTIGHEU6/Xe1fl5xzlQw4ZI2y5y8JkvY/O60jcZurpVvUQ8XVlEtZFlH03aSO6ML3RdbCTMdyHW+08N5Sxv7Qgp7e6DmjGQpxMoJmQe5TAfSDMpr7aJS0CKQjJc8sA3GLN3s5LZKXVOZpIkkBJ6fTsTQfnwGjKGaKHYLg603xK7pNJCjmHHfcbwaNl+M9t07Q1yirhKFgZtYuMsuk4TuxclNzGuExBcMvmVOImd3oBWnDmL5u2Sjzd7cr0aEtnv1s9o9ZsVlWi9hNDiytql4NVGTscDFmPE1U0jjd5GKbBzvfF9xXbPsp+g6ttL/arM+p+Iqq/Yp0+JPyB2iRu16ZHdsnNxYc9ex778Ve78oOum0GdR57yYtwQoSSS5F6c88HpYKPOR2yvlIhl8hiY/xivGIOY7VHI+67ioLXp8vp7ekuru7Z/HL879MHiN9hW42HJ4KeZ/tsd+3wUVuwH9q/02V3/Z1vhi0wvepiOonamFD/877+bPdlw8qdjCvzu4hLb7jYP2Av4HRrGDHwG4d+loSrBaQMgtR7OJnKaZpKfo2TzZd6m7jngNK22G3Y25TNs9+L1D8JbH5JYjw+PEceaoRtLCTkyQVLA5A3gSeB40bfsbPwzwDH+vG3pB1z/9nL7+M7uld19OPELKSsuq5ypLkaOX0bhQGcjlWW2IA3oY09Ry9Afi2cSmpvzlJIT4djzxVJIy71WQG4EwXOPm7L8guvPi+uuJbp6IKxftc12/bthejjiSWWO0rnkE8MXmT0/4CTxfpB5k4RPKaPwiBCthgd81TFxeooRlLVW6xSZVkAkOI6QP5Y7z2l5RfWz4BW5qbfdF0LxW3ExplkgFYUNMUv0EKx1GsMXAH8hxn8kHN9PgXj41ieWw+I1Qts7FMxeHDmK4GVwfviGI11Wq9zSoJlIPJQE8xLhMxoSJgwlvtp8N84xfjd6M061bwet2XabNSZ6jTXt2Ulj6GKdKe+uD+2mDR+uftxJu7n5P1BUxKAyKwAA&quot;"/>
    <we:property name="datasetId" value="&quot;eb7c3ece-60bc-4497-9010-c57498cdbb84&quot;"/>
    <we:property name="embedUrl" value="&quot;/reportEmbed?reportId=3500e1cd-e587-41a4-9e2c-f849ba00ab7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E40B8AC-55ED-46D7-B6A7-12E5E9A7041B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embedUrl" value="&quot;/reportEmbed?reportId=3500e1cd-e587-41a4-9e2c-f849ba00ab7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ookmark" value="&quot;H4sIAAAAAAAAA+1ZS0/cSBD+K9FcckFRvx+5BZJ9aB9CS5TLikN1d3lwZOxZPwiziP++ZZsJhGDMGrLhsCME7e6a6q+qvqquNherlDebAra/wymuXq9+LlMeIVX1C25Xe6tynLVMo4xGWCa8tUFaFiStVps2r8pm9fpi1UK9xvZD3nRQ9Kpo8s/jvRUUxSGs+6cMigb3Vhusm6qEIv8bR2FaausOL/dWeL4pqhp6lUcttNirPSNxeiYI/FW/I8Q2P8MjjO04y4QyEJUJTgsBPiUhNYk1o8CA7E6RXvWw/UFVtpCXtE0/Z9BCFpWQPrAUwGo0qZ9v8nJdXAG+/u777aZ3TnMC9Je8ET7Str2ey0syJ0nhhdKJ0U9Aj+CW64pOJ23pFweyIWqbgpvV1eJ5G6rzO7QZxbyKgqHBILnUws4jy08pjl/r4qCRg9IheaulhYAmLEeWWYHeOpCokmXMJin9Up8ZME6iBzIwKRkJY5SzumDgzX7XtkSvr41VidvghZRaIg0UKljqOCGZEhYk04zUMhMizOuaDqkLiruEwYDzQQinHS4mrnYRDFMGPVkIUhk5T7b7HRcMAnPAI2OCM7Sa43wsJhxH1EgckSlmjALuHGfzHJl0XBAxGeGEtFKIxFjQabHjuARF4DSTBpNgyXFpHuk4m4gYLsVA5jpPFDZ+Ht4MiYWX5EBiCwNJ/IvRx+X+kxCzpExC661nBh3EebJM1RKtE6V8ZpOTXnEtFJ+vS5PIbLAoPYUUTDA6UjFm89GYiKx1yTsXmbVUNBXVTwPskWEQHjyiUdLayCJTXgNfbiwDkI4OCBmMFJZqsH8AwCkam+QNJMsp/amsSBRxHtn9xkqiWsYjJUWgY9Fw1FIsZUnKDEarVNSKMR6IxWpxxgadMc+JIuQ5Yh/1NdEu1YWZSMJlVI8cB8eIeG4+BJMB9cxGOpe50ErQWCP1EEuRadcfpo6SSkgBNNRi8amqnaZkAgZI9YOiqINerEskohkd8SxxH6gd8crO9w5TGQocQ4iURjzwxBwN57N9gmHUAgoehORU2KgHSSCNemQCJOadJj3MGUTL6dCXQ2nL8qK96j3D9t35pqa2mZrpUeUBNcHrqqZ+vFgN7XGNzdgNX6wOqqI7HUbvvpg/qro64h+YDUtlm7db0pTlJZQx77vtHs1hXVEfPqy87Rvtfu6k+nRQIz0RLnZ5TDP3h6HII9ZfGLo6RboD9IMELQyGbMaNchzXq/FsxcHOi9WvOdk+6v4ARderfbmP7SfE8iVhos9xj6yqE9b720Hh27ze9f5875bpT+ySy+PddYPWPt64UAxYmwHOE295PHDFaUvZpVMUoPtCHiI+oqX2mZd0QgtGBxe3klpX654F82iYutjeQb69zzjepDP6Ns3eBvFmva5xDe3V47chwosjKHCc/aErr2jHFiRLLLqGnI1pH+qDE6jbL8M0SXFxm+Lf1ezJhLhiy/ZJU+KaHmNWaIxSZjKjCyIdiRIhgfqfxw9C+BuUXUaR62oi6YtDcgfeiq5aQOqsK0ssnjWTH2T496U1GOWtShCB7j5MKW/U86D1Ea5PsXzOtL6ZeNcR1fcB/i8cd1B1ZUus+d44puvSbGonjNXppmry3qXva9zJPedcn2TDZH7TfgXk5f63S/AhtFA2uzfaY9NYV8UwugGAIBZ4hsUo8FeH9ZZ2HISud3q1U03SeUN4C9g0fUT79+f91GFOFTnt3qdP69ml9oSehIOVv+D2aZvc64py/G/Q7vLpQVaTUF1VbY9oZ8euXS+7othV3Vvv/n+sq24zcEJpuokalRClZd46aezwciye5EWqcbDbJkDUDhiy6A0LMfLhop83P+Up9TIDlOFz9/2o6tpmAxEPocQ77kkDaRKmmbvS8B+Vz/eky8t/AJJBj0zLGQAA&quot;"/>
    <we:property name="datasetId" value="&quot;eb7c3ece-60bc-4497-9010-c57498cdbb84&quot;"/>
    <we:property name="pageName" value="&quot;0246ac46b8522a9dd235&quot;"/>
    <we:property name="reportUrl" value="&quot;/groups/me/reports/3500e1cd-e587-41a4-9e2c-f849ba00ab7d/0246ac46b8522a9dd235&quot;"/>
    <we:property name="reportName" value="&quot;Projeto_Relatorio Gerencial de Vendas&quot;"/>
    <we:property name="reportState" value="&quot;CONNECTED&quot;"/>
    <we:property name="pageDisplayName" value="&quot;Produtos&quot;"/>
    <we:property name="backgroundColor" value="&quot;#FFFFFF&quot;"/>
    <we:property name="initialStateBookmark" value="&quot;H4sIAAAAAAAAA+1ZS0/cSBD+K9FcckFRvx+5Ack+lE2CQpTLCq2qu8uDI2PP+kGYRfz3lD1MSAjGrCEbDjtC0O7uqf6q6qvqKnO+SHmzKmD9Bk5w8Xzxe5nyCKmqn3C72FmUm9m9t29fvd599+qvN7uvX9J0tWrzqmwWz88XLdRLbD/kTQdFL4Mm/zzaWUBRHMCyf8qgaHBnscK6qUoo8n9ws5mW2rrDi50Fnq2KqoZe5GELLfZiT2k7PdPZ/JmkEyG2+SkeYmw3s0woA1GZ4LQQ4FMSUtO2ZrNhQHbjll70cPx+VbaQl3RMP2fQQhaVkD6wFMBqNKmfb/JyWVwCvvru+/Wqt0pzDPSXrBE+0rG9nIsLUidJ4YXSidFPQI/g5suKTidt6RcH0iFqm4KblNXiWRuqsxukGcW8ioKhwSC51MJOI8tPyI/fy+KgkYPSIXmrpYWAJsxHllmB3jqQqJJlzCYp/VybGTBOogdSMCkZCWOUk7Jg4M1e17ZEr++VVYnb4IWUWiINFCqYazghmRIWJNOMxDITIkzLGnepC4q7hMGA80EIpx3OJq52EQxTBj1pCFIZOU222w0XDAJzwCNjgjO0muO0L0YMR9RIHJEpZowC7hxn0xwZNVwQMRnhhLRSiMRY0Gm24bgEReA0kwaTYMlxae5pOJuIGC7FQOo6TxQ2fhreBImFl2RAYgsDSfyL0cf59pMQs6RMQuutZwYdxGmyjOUSrROFfGaTk15xLRSfzkujyGywKD25FEwwOlIyZtPeGPGsdck7F5m1lDQV5U8D7J5uEB48olHS2sgiU14Dn68sA5COLggZjBSWcrC/A8AxGpvkDSTLKfwprUgUcRrZ7cpKolrGIwVFoGvRcNRSzGVJygxGq1TUijEeiMVqdsQGnTHPiSJkOWKftCzaubIwE0m4jPKR4+AYEc9Nu2DUoZ7ZSPcyF1oJGmukGmIuMu36y9RRUAkpgIZazL5VtdMUTMAAKX+QF3XQs2WJRDSjK54l7gOVI17Z6dphLEKBYwiRwogHnpij4XS0jzCMSkDBg5CcEhvVIAmkUfcMgMS80ySHOYNoOV36ckhtWV60l7VnWL88W9VUNlMxvRG5T0XwsqqpEC8WQ3lcY7Ophs8X+1XRnQyjl9/MH1ZdHfEdZsNS2ebtmiRleQllzPtqu0dzUFdUhw8rL/pCu587rj7t10hPhItdHNHM7W4o8oj1N4ouTpB6gH6QoIVBkdXmoBw369XmbsVBz/PFHznpvpH9AYquF/t0D9tPiOVTwkSfox5ZVSes99aDwBd5va39+c411R/YJBdH23aD1j5+1VAMWJsBzgMfeTRwxWlL0aVTFKD7RB4i3qOk9pmXdEMLRhcXt5JKV+seBfNomLrY3kC+nS84dtMpfZtmr4PYXS5rXEJ7+fhjiPDkEArczP7SlZe0YzOCJRZdQ8bGtAf1/jHU7bduGqW4uE7xn6r2aEBcsmX9oCFxRY9NVGiMUmYyowaRrkSJkED9z+M7IXwNZZeR57qaSPrkgMyB17yrZpA668oSi0fN5Dsp/nNpDUZ5qxJEoN6HKeWNehy0PsTlCZaPmdZfB96VR/VtgP8Lw+1XXdkSa342jvG8NBnaCWN1sqqavDfp+xq3+x5zrI+yYTS+6bwC8nLvxwX44Foom+0b7U3RWFfFMPoKAEEs8BSLzYa/O6zXdOKw6eqkZ1vRtDtvCG8Bq6b3aP/+vJ86yCkjp+379HE529AekZNw0PIVrh+2yL3KKEf/Bu02nu6kNW2qq6rtEW312JbrZVcU26x77d3/r3XVrQZOKE2dqFEJUVrmrZPGDi/H4nFepBoHvW0CRO2AIYvesBAjHxr9vPktT6nfM0AZPjf3R1XXNiuIeAAl3tAnDaRJmCZ6peE/KoutPnkoppqrHtaXvuri4jP0acGY9BkAAA==&quot;"/>
    <we:property name="isFiltersActionButtonVisible" value="false"/>
    <we:property name="isVisualContainerHeaderHidden" value="false"/>
    <we:property name="reportEmbeddedTime" value="&quot;2026-04-26T17:09:54.621Z&quot;"/>
    <we:property name="creatorTenantId" value="&quot;9316d1d2-47f8-4c56-924f-2ccb9bde9ac9&quot;"/>
    <we:property name="creatorUserId" value="&quot;10032002A6B79879&quot;"/>
    <we:property name="creatorSessionId" value="&quot;d78a342d-f56f-4020-8f1b-ed7da94e7459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5E3D336F-0340-469E-862F-B06B3F5ACA40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embedUrl" value="&quot;/reportEmbed?reportId=3500e1cd-e587-41a4-9e2c-f849ba00ab7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ookmark" value="&quot;H4sIAAAAAAAAA+1YS2/cNhD+K8ZeejEKvh+5xU76AIoiiNtcCh+Gw+FagSwttNrErrH/vSPJaZrYawVy2vhQwweLpD8OZ76Z+cibVa62mxquf4VLWj1b/dzkCiG33ZH0q+NVM42mjMYpcoJABZlNzCLzbLvpq7bZrp7drHro1tS/qbY7qAcoHvzj/HgFdf0K1sNXgXpLx6sNddu2gbr6k6bFPNV3O9ofr+hqU7cdDJBnPfQ0wL7j5fzNJsjvNe8I2Ffv6Iywn0ajLQUFBGddUgalxkC8bDstGC27d8kAPW5/2jY9VA1vM4w55zLlVLwUKgaUVmMaxrdVs65vDf74v79dbwbnbC9gM2zapre87YCz3/NxEpYiozFKC4rkNaHMS7EkuKJ8zFKgciELyF+A1dNVn9qru2hKMprN0gvvHYYEIdpZtOqS43gXC32EqEKIPlHC7KSMfrllPohorNNSJ5e1EIC02P9eJiJhPDIMKCEyh3YWC0benOz6nul1B1J79GRllkkyoIqIWi11nLFFm0AmZKdycA4lPiKkOmA2UpIXyBwJ1rB9Sx1XXDHBeJEzMEFARhvmLXvYcVAQTHCZoch6aVMQbqnjvLI2GCiczzHYGIJNZrnjMpVscmLi+SiF8EKYxY7zSdiQEueV5hIpEkWDj3Sc8FIrCIqyxaQc5OznzXsYUkq0OniPETxyRRHKzUMe9B9IqTRSdNFIhhMier04skSF6SYEQzIBHbE/l1vG1b4EUiiMAXAYZRDzyXqo/qYgi1TKcU5IjJ7POV+XHg4D+ozFsO+1s8bnjDLEx5R0K4sNTnsu5gwdjZgvdofynyEKl6OYAXRQXhp6LI1NdBIDEmeskclzZddyKUusCVgcJ2yQwmRhuYvN5/+Bo2YZVSElo8Q09Gfu1PN16QCW0tYVm1FQDgqdNty9lgdUmsgO0xS5VJrsk+P0WmoZhRB8RCKDwcuQWD8sxgqsHaiwsxwaIoBo8+J6mUMO6GSJUWoZXOTGNV87Dp1ReA3cSTUI4cZCpBZrmuxshsI4QFxuJbetNO+vGeVQsKRMGvjXBoiQ7Jifpar7W+2Zrl9ebTqWzSymJ8hTFsHrtmM9Xq9GedzRdlLDN6vTtt5djn+9/GT8rN11SK+pjFNNX/XXjFSqBhqsBrU9WPOqa1mHjzMvBqE9jF2070874i/u9WJ/ziMPh6GukLpPDrq6JL4DDH9k6GE8yGbaqKJpvp0UGI3nvFn9UvHZJ+w3UO8G2O9OqH9P1HzHNvHP+WBZ22XqTq5HwBdV90H7y+PPjv6VXbI//3Dd4Lm3/7hQjLZuR3O+8pbnU+MqiInpFwYt553gqgSPUIbWKrRSGqu4zgmDVshZ5j3P79hSyndo93y97mgN/e3nvxOAozOoaRr9YdfchlvcJenxf5opZ7S+pKZfkixY77bsbMqTLacX0PWfRuogy9XnLP+mETiYE7cBuP6qWfHR4+e33Zpk4iYRgYJEmZyL6UkU0cPUOH4iKfV7U/Xbo7O2zvNpNUvn15ChG0ksjRlu/M551rBPmtEPOWBqM8Qi3BQVgVV0VCZ47eBJsOtFtcV21/RHJ9DkJeXn9KLCmvqzsWVzyILlazPrJWvu0Xd8t7EOyTqnWLBAvH1I+OZeePo59qVtazZe73llV6Cu/28USxoFz332tvtj1+4202Nw0AZ0KQDWE0VSMY+XR7yo6tzRuLsqQmMohJ60BFICpzeXavtTlfOwZnyw3k9b3ad/212/3QDSK2joHh3M3ORMpjyjhccX87918H7/F+vj1o6rFwAA&quot;"/>
    <we:property name="datasetId" value="&quot;eb7c3ece-60bc-4497-9010-c57498cdbb84&quot;"/>
    <we:property name="pageName" value="&quot;95ffc0a8656b24c13c8e&quot;"/>
    <we:property name="reportUrl" value="&quot;/groups/me/reports/3500e1cd-e587-41a4-9e2c-f849ba00ab7d/95ffc0a8656b24c13c8e&quot;"/>
    <we:property name="reportName" value="&quot;Projeto_Relatorio Gerencial de Vendas&quot;"/>
    <we:property name="reportState" value="&quot;CONNECTED&quot;"/>
    <we:property name="pageDisplayName" value="&quot;Segmentos&quot;"/>
    <we:property name="backgroundColor" value="&quot;#FFFFFF&quot;"/>
    <we:property name="initialStateBookmark" value="&quot;H4sIAAAAAAAAA+1YS2/cNhD+K8FeejEKvh+52U76QJoH4jaXwiiGw6GtQJYWWm0S19j/3pHkNI2TtQI5bXyo4YNF0h+HM9/MfOTVKlebdQ2Xz+CCVg9XPze5Qsht90D61cGqmUaPnj9/8vTw5ZM/nh0+fczD7bqv2mazeni16qE7o/5VtdlCPWDw4O+nByuo6xdwNnwVqDd0sFpTt2kbqKs/aVrMU323pd3Bit6t67aDAfKkh54G2De8nL95b/m95h0B++oNnRD202i0paCA4KxLyqDUGIiXbaYFo2WfXTJAj9sft00PVcPbDGPOuUw5FS+FigGl1ZiG8U3VnNXXBn/4318v14NXNuewHjZt02vedsDZ7fg4CUuR0RilBUXymlDmpVgSXFE+ZilQuZAF5C/A6uldn9p3n6IpyWg2Sy+8dxgShGhn0aoLjuOnWOgjRBVC9IkSZidl9Mst80FEY52WOrmshQCkxf73MhEJ45FhQAmRObSzWDDy5mjb90yvTyC1R09WZpkkA6qIqNVSxxlbtAlkQnYqB+dQ4h1CqgNmIyV5gcyRYA3bt9RxxRUTjBc5AxMEZLRh3rLbHQcFwQSXGYqslzYF4ZY6zitrg4HC+RyDjSHYZJY7LlPJJicmno9SCC+EWew4n4QNKXFe6WyiSBQN3tFxwkutICjKFpNykLOfN+92SCnR6uA9RvDIFUUoNw+5138gpdJI0UUjGU6I6PXiyBIVppsQDMkEdMT+XG4ZV/sSSKEwBsBhlEHMJ+u++puCLFIpxzkhMXo+53xduj0M6DMWw77XzhqfM8oQ71LSrSw2OO25mDN0NGK+2O3Lf4YoXI5iBtBBeWnorjQ20UkMSJyxRibPlV3LpSyxJmBxnLBBCpOF5S42n/97jpplVIWUjBLT0J+5U8/XpT1YSltXbEZBOSh02nD3Wh5QaSI7TFPkUmmyT47Ta6llFELwEYkMBi9DYv2wGCuwdqDCznJoiACizYvrZQ45oJMlRqllcJEb13zt2HdG4TVwJ9UghBsLkVqsabKzGQrjAHG5ldy20ry/ZpRDwZIyaeBfGyBCsmN+lqrur7Vnunz8bt2xbGYxPUEeswg+azsW4vVqlMcdbSY1fLU6buvtxfjX44/GT9pth/SSyjjV9FV/yUilaqDBalDbgzUvupZ1+DjzaBDaw9h5+/a4I/7iXi92pzxyexjqCqn76KCrC+I7wPBHhh7Gg6ynjSqa5ttJgdF4zqvVLxWffcJ+BfV2gP3uiPq3RM13bBP/nA6WtV2m7uhyBHxUde+1vzy4cfSv7JLd6fvrBs+9/seFYrR1M5rzlbc8nRpXQUxMvzBoOe8EVyW4gzK0VqGV0ljFdU4YtELOMu8wv2FLmQo3aXd4dtbRGfTXn/9OAB6cQE3T6A/b5jrc4lOSHvynmXJCZxfU9EuSBevthp1NebLl+By6/uNI7WW5usnybxqBvTlxHYDLr5oVHzx+et2tSSZuEhEoSJTJuZjuRRHdT42De5JSvzVVv3lw0tZ5Pq1m6fwSMnQjiaUxw43fOc8a9l4z+jYHTG2GWISboiKwio7KBK8d3At2Pao22G6b/sERNHlJ+Tk+r7Cm/mRs2RyyYPnazHrJms/oO77bWIdknVMsWCBePyR8cy/c/xz70rY1G6+3vLIrUNf/N4oljYLnbrzt/ti12/X0GBy0AV0KgPVEkVTM4+URz6s6dzTurorQGAqhJy2BlMDpzaXa/FTlPKwZH6x301af07/ttt+sAekFNPQZHczc5EymPKOFxxfz1fvzVKmeE8+DWX/r5t3uL09dDg7UFwAA&quot;"/>
    <we:property name="isFiltersActionButtonVisible" value="false"/>
    <we:property name="isVisualContainerHeaderHidden" value="false"/>
    <we:property name="reportEmbeddedTime" value="&quot;2026-04-26T17:10:40.471Z&quot;"/>
    <we:property name="creatorTenantId" value="&quot;9316d1d2-47f8-4c56-924f-2ccb9bde9ac9&quot;"/>
    <we:property name="creatorUserId" value="&quot;10032002A6B79879&quot;"/>
    <we:property name="creatorSessionId" value="&quot;188386db-ce2e-47ec-a97a-5c4ef3b44290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415BBE36-032F-4B78-A9B2-C6391D8F1502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embedUrl" value="&quot;/reportEmbed?reportId=3500e1cd-e587-41a4-9e2c-f849ba00ab7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ookmark" value="&quot;H4sIAAAAAAAAA81YS2/bRhD+KwEvuQjF7Hs3t9hJH0BbBHWQS+HD7O5QZkCTAkU5Vgz99w5JJakfqgDKQWPIIDm7mp3HNzMfdVfkar2qcfsnXlPxqvityVXC3HYvhCsWRTNJUaOR3gogiBZylACeV9tVX7XNunh1V/TYLan/UK03WA+qWPj35aLAun6Hy+GpxHpNi2JF3bptsK4+07SZl/puQ7tFQberuu1wUHnRY0+D2hvezs9sgvhJ8YmY+uqGLij1k7Q0pSZAAulISFSGaDBsPW0YLXtyy6B6PP68bXqsGj5mkGlVhqRARmUQ0BgXMQzyddUs673B3777frsagrO+Qr5yNOJHPnbQs9uxO8HEYAhKbyVkCBZ8mK0raqm1DkGDAZIgCQCO6urpto/t7WNtAl3CiCZIQnJOZZ+Oa6uuOY+PdZVRBp2jtTZaVmqVy3q+ZQYUGaGyTEP4szEWzNyYZalNEjKzZRlAuxCzOKoLR9ycbfqe4fVIpQrClDSiwkaynt2OcwOnlLMeSsw6OoOB46by/MBp7xG8cVpL5wICp3Q22Lwy1qNUACIz0IymoE4NnHXGgMke2E5FYC0cR8mBwKGWNqLgWghZg5ToIc0PHElDCPzhsgfMUYA/XgsHAkdaOOXLHKNPJjquUYUnBg5jys5oHa2X0nEIQ5YnquSit5SSyigDOo6gCsdBfDB+3kLAMnOvVJj5H42e3UusDYlnjyZOQyQZeNicUBIhBhWp9FyzBhGAq+y4nwcym0IOIMvSclVkCZxfQSemQWBK0UTjkhZJieR9PJ7Zw/XPGUWRyHvBlmYwlGY7y33JCu+MiIlLLbnorT3RWed0UIw3FwK5lMBJ6+eiBKLIMcUglZKee4kJ5nhfPzQjlPboKXgQWilrtZTzqx9EStZoP1w4CTHJ4y34YEJzhhi52sn4rCAJEe3sSUgqykRc6RqcsICMuPnDgduQMFyaGjA66Y1Xs+udHOZSSy4ucGgZuUmd2tycKk3MZsgoKOGzCXFswWVV93uOF7dvb1cd01MmrZPKcyaby7Zj3lsXIw3taD2xzrvivK031+Pd23vyi3bTJfqLynGp6at+O9DRqsEmVQOrHax517XMd8eVNwOhHWRX7afzjviJWxvsLlny32moq0TdPUeLa2KuPdxk7HF0ZDUdVNG03uZxmUY/74rfK/Z90v0B682g9uUZ9Z+ImpdsE/9dDpa1XabubDsqfFN1Xzi2WDxw/ZlDsrv8Qut57eO/iPto63o055mPvJyoK5ZKlzJIbsEShI8iHe9zh0k1qyhtLLlYiSgz3U/ih0Deebtp+m77BPgWX+14nW/42yx9aMTr5bKjJfb7x+8DhBcXWNMk/XnT7GEHM4oFP286+gNX97NzAF772G+fFWDfgr3HGEm0TisBVnonFBNX/0Og4oKW19T0c1oS7sFyMbam/abHlAmCZk6dmRPzW5yUIU8vmf+753ybN+m7ec46Hvyy8EvXblajw1aolDHw2NOaX/5AJzu+uqSrqs4dje4YpoIIxqoMJIarn5hctf61ynnYM/5cspuOemoqtJt+vcJE77ChJ6YDRxWbTPnIhBh/r/k6HXa7fwCDSCqNKRIAAA==&quot;"/>
    <we:property name="datasetId" value="&quot;eb7c3ece-60bc-4497-9010-c57498cdbb84&quot;"/>
    <we:property name="pageName" value="&quot;f5f4e0ae027e12a35ee8&quot;"/>
    <we:property name="reportUrl" value="&quot;/groups/me/reports/3500e1cd-e587-41a4-9e2c-f849ba00ab7d/f5f4e0ae027e12a35ee8&quot;"/>
    <we:property name="reportName" value="&quot;Projeto_Relatorio Gerencial de Vendas&quot;"/>
    <we:property name="reportState" value="&quot;CONNECTED&quot;"/>
    <we:property name="pageDisplayName" value="&quot;País&quot;"/>
    <we:property name="backgroundColor" value="&quot;#FFFFFF&quot;"/>
    <we:property name="initialStateBookmark" value="&quot;H4sIAAAAAAAAA81Y227bSAz9lUIvfQkWnPtM35I0e0G3FzSLviyCBWeGclQokiHLbdzA/15KctttE68BucU2cCCJM+bwckge+a7I1WpZ4+YF3lDxpPijyVXC3HaPhCtOimaSnr18+ez56etn/7w4fX7B4nbZV22zKp7cFT12C+rfVKs11oMOFv59dVJgXb/CxfBUYr2ik2JJ3aptsK4+0LSZl/puTduTgm6XddvhoPKyx54Gte94Oz/z2eIXxSdi6qt3dEmpn6SlKTUBEkhHQqIyRJ63raYNo2UPbhlUj8eft02PVcPHDDKtypAUyKgMAhrjIoZBvqqaRb0z+Mt3/9osh6isrpGvHI34lo8d9Gy37E4wMRiC0lsJGYIFH2brilpqrUPQYIAkSAKAg7p6uu1je3tfm0CXMKIJkpCcU9mnw9qqG87jfV1llEHnaK2NlpVa5bKeb5kBRUaoLNMQ/myMBTM3Zllqk4TMbFkG0C7ELA7qwhE3Z+u+Z3jdU6mCMCWNqLCRrGe349zAKeWshxKzjs5g4LipPD9w2nsEb5zW0rmAwCmdDTavjPUoFYDIDDSjKahjA2edMWCyB7ZTEVgLh1GyJ3CopY0ouBZC1iAlekjzA0fSEAJ/uOwBcxTgD9fCnsCRFk75Msfok4mOa1ThkYHDmLIzWkfrpXQcwpDlkSq56C2lpDLKgI4jqMJhEO+Nn7cQsMzcKxVm/kejZ/cSa0PioaOJ0xBJBoJ4REmEGFSk0nPNGkQArrLDfu7JbAo5gCxLy1WRJXB+BR2ZBoEpRRONS1okJZL38XBm99c/ZxRFIu8FW5rBUJrtLPclK7wzIiYuteSit/ZIZ53TQTHeXAjkUgInrZ+LEogixxSDVEp67iUmmMN9fd+MUNqjp+BBaKWs1VLOr34QKVmj/XDhJMQkD7fgvQnNGWLkaifjs4IkRLSzJyGpKBNxpWtwwgIy4uYPB25DwnBpasDopDdeza53cphLLbm4wKFl5CZ1bHNzqjQxmyGjoITPJsSxBZdV3e84Xtxc3C47pqdMWieV50w2F23HhLcuRhra0WpinXfFeVuvb8a7i6/kl+26S/SaynGp6at+M9DRqsEmVQOrHax51bXMd8eVpwOhHWTX7fvzjviJWxtsr1jy32moq0TdV44WN8Rce7jJ2OPoyHI6qKJpvc3jMo1+3hV/Vuz7pPsN1utB7eMz6t8TNY/ZJv67Gixru0zd2WZU+LTqPnFscfKN6985JNurT7Se197+i7iPtq5Gc77zkVcTdcVS6VIGyS1YgvBRpMN9bj+pZhWljSUXKxFlpvtJ/BTIO2/XTd9tHgDfyWc7TvM7/jZLvzXidLHoaIH97vHHAOHRJdY0SX9dNzvYwYxiwQ/rjp7j8uvs7IHXLvab7wqwL8HeYYwkWqeVACu9E4qJq/8pUHFJixtq+jktCXdguRxb027TfcoEQTOnzsyJ+S1OypCnl8z/3XO+zev0wzxnHd/8svBb166Xo8NWqJQx8NjTml/+QCc7vrqk66rOHY3uGKaCCMaqDCSGq5+YXLX6vcp52DP+XLKdjnpoKrTrfrXERK+woQemA0cVm0z5wIQYf68pPvlTxfrQSBnM+jxNttuPKE8M/1ISAAA=&quot;"/>
    <we:property name="isFiltersActionButtonVisible" value="false"/>
    <we:property name="isVisualContainerHeaderHidden" value="false"/>
    <we:property name="reportEmbeddedTime" value="&quot;2026-04-26T17:12:30.418Z&quot;"/>
    <we:property name="creatorTenantId" value="&quot;9316d1d2-47f8-4c56-924f-2ccb9bde9ac9&quot;"/>
    <we:property name="creatorUserId" value="&quot;10032002A6B79879&quot;"/>
    <we:property name="creatorSessionId" value="&quot;ef08c042-3e7a-4bc9-93dd-58ee206e6a21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12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Guilherme Mazzarolo</cp:lastModifiedBy>
  <cp:revision>3</cp:revision>
  <dcterms:created xsi:type="dcterms:W3CDTF">2018-06-07T21:39:02Z</dcterms:created>
  <dcterms:modified xsi:type="dcterms:W3CDTF">2026-04-26T17:13:46Z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